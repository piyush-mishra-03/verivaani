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92608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UNNATI GENAI FOR GENZ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VeriVaani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Fact-Checker for Vernacular News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 to detect misinformation in Hindi, Tamil,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Telugu, Bengali, Marathi and all Indian languages.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548640"/>
            <a:ext cx="2011680" cy="2011680"/>
          </a:xfrm>
          <a:prstGeom prst="ellipse">
            <a:avLst/>
          </a:prstGeom>
          <a:solidFill>
            <a:srgbClr val="6C63FF">
              <a:alpha val="20000"/>
            </a:srgbClr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5486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🔍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201168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950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4389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Posts/min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931920"/>
            <a:ext cx="201168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950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4389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931920"/>
            <a:ext cx="201168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950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4389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3931920"/>
            <a:ext cx="201168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950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Misinformation in India's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Vernacular Internet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4114800" cy="114300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286000"/>
            <a:ext cx="73152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900M+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7066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900M+ internet users, majority consuming news in vernacular languages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4114800" cy="114300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86000"/>
            <a:ext cx="73152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Viral Speed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27066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in seconds across WhatsApp, Facebook, and regional platforms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114800" cy="114300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566160"/>
            <a:ext cx="73152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Coverage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9867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fact-checkers only cover English; 22 official Indian languages are ignored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566160"/>
            <a:ext cx="4114800" cy="114300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566160"/>
            <a:ext cx="73152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Too Slow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9867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fact-checkers can't scale to thousands of posts per minute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VeriVaani — Vernacular Fact-Checking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5-stage optimized AI pipeline that detects misinformation in any Indian language in real-time.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1371600" cy="1371600"/>
          </a:xfrm>
          <a:prstGeom prst="rect">
            <a:avLst/>
          </a:prstGeom>
          <a:solidFill>
            <a:srgbClr val="1C1C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2971800"/>
            <a:ext cx="32004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57400" y="2286000"/>
            <a:ext cx="1371600" cy="1371600"/>
          </a:xfrm>
          <a:prstGeom prst="rect">
            <a:avLst/>
          </a:prstGeom>
          <a:solidFill>
            <a:srgbClr val="1C1C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57400" y="29992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English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971800"/>
            <a:ext cx="32004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749040" y="2286000"/>
            <a:ext cx="1371600" cy="1371600"/>
          </a:xfrm>
          <a:prstGeom prst="rect">
            <a:avLst/>
          </a:prstGeom>
          <a:solidFill>
            <a:srgbClr val="1C1C2E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29992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2971800"/>
            <a:ext cx="32004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440680" y="2286000"/>
            <a:ext cx="1371600" cy="1371600"/>
          </a:xfrm>
          <a:prstGeom prst="rect">
            <a:avLst/>
          </a:prstGeom>
          <a:solidFill>
            <a:srgbClr val="1C1C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40680" y="29992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2971800"/>
            <a:ext cx="320040" cy="0"/>
          </a:xfrm>
          <a:prstGeom prst="line">
            <a:avLst/>
          </a:prstGeom>
          <a:noFill/>
          <a:ln w="19050">
            <a:solidFill>
              <a:srgbClr val="8888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132320" y="2286000"/>
            <a:ext cx="1371600" cy="1371600"/>
          </a:xfrm>
          <a:prstGeom prst="rect">
            <a:avLst/>
          </a:prstGeom>
          <a:solidFill>
            <a:srgbClr val="1C1C2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377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32320" y="29992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3749040"/>
            <a:ext cx="1371600" cy="365760"/>
          </a:xfrm>
          <a:prstGeom prst="rect">
            <a:avLst/>
          </a:prstGeom>
          <a:solidFill>
            <a:srgbClr val="FF9933">
              <a:alpha val="20000"/>
            </a:srgbClr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Required Technique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Verdicts: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0" y="4251960"/>
            <a:ext cx="1600200" cy="320040"/>
          </a:xfrm>
          <a:prstGeom prst="rect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94760" y="4251960"/>
            <a:ext cx="1600200" cy="320040"/>
          </a:xfrm>
          <a:prstGeom prst="rect">
            <a:avLst/>
          </a:prstGeom>
          <a:solidFill>
            <a:srgbClr val="FF4757">
              <a:alpha val="2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4251960"/>
            <a:ext cx="1600200" cy="320040"/>
          </a:xfrm>
          <a:prstGeom prst="rect">
            <a:avLst/>
          </a:prstGeom>
          <a:solidFill>
            <a:srgbClr val="FFA502">
              <a:alpha val="25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4251960"/>
            <a:ext cx="1600200" cy="320040"/>
          </a:xfrm>
          <a:prstGeom prst="rect">
            <a:avLst/>
          </a:prstGeom>
          <a:solidFill>
            <a:srgbClr val="8888AA">
              <a:alpha val="25000"/>
            </a:srgbClr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70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TECHNIQUE — PIPELINE OPTIMIZATION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Extraction: Stripping Conversational Fluff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023360" cy="2468880"/>
          </a:xfrm>
          <a:prstGeom prst="rect">
            <a:avLst/>
          </a:prstGeom>
          <a:solidFill>
            <a:srgbClr val="1C1C2E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64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(Raw Post)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भाई सुनो! 🚨🚨 </a:t>
            </a:r>
            <a:pPr algn="l" indent="0" marL="0">
              <a:buNone/>
            </a:pPr>
            <a:r>
              <a:rPr lang="en-US" sz="13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मोदी सरकार ने कहा है</a:t>
            </a:r>
            <a:pPr algn="l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कि भारत की GDP </a:t>
            </a:r>
            <a:pPr algn="l" indent="0" marL="0">
              <a:buNone/>
            </a:pPr>
            <a:r>
              <a:rPr lang="en-US" sz="13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बढ़ी है!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शेयर करो सबको! Forward करें!! 🙏🙏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Noisy — LLM wastes tokens on fluff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2788920"/>
            <a:ext cx="365760" cy="0"/>
          </a:xfrm>
          <a:prstGeom prst="line">
            <a:avLst/>
          </a:prstGeom>
          <a:noFill/>
          <a:ln w="38100">
            <a:solidFill>
              <a:srgbClr val="FF9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933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15968" y="29260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4023360" cy="2468880"/>
          </a:xfrm>
          <a:prstGeom prst="rect">
            <a:avLst/>
          </a:prstGeom>
          <a:solidFill>
            <a:srgbClr val="1C1C2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64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(Extracted Claim)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"India's GDP increased by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 this year."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— 80% fewer tokens, 3x faster verification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Removes emojis &amp; hashtags
</a:t>
            </a:r>
            <a:pPr algn="l" indent="0" marL="0">
              <a:buNone/>
            </a:pPr>
            <a:r>
              <a:rPr lang="en-US" sz="1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Strips calls to action
</a:t>
            </a:r>
            <a:pPr algn="l" indent="0" marL="0">
              <a:buNone/>
            </a:pPr>
            <a:r>
              <a:rPr lang="en-US" sz="1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Eliminates greetings/fluff
</a:t>
            </a:r>
            <a:pPr algn="l" indent="0" marL="0">
              <a:buNone/>
            </a:pPr>
            <a:r>
              <a:rPr lang="en-US" sz="1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Produces 1 clean factual claim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&amp;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572000" cy="324612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642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Tech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118872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2029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(verify) · gpt-4o-mini (extract/translate)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118872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054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25054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AsyncIO (async batching)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118872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809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9809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 with multilingual embeddings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118872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564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34564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LaBSE / IndicBERT for cross-lingual similarity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118872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31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3080" y="3931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MD5 cache — skip re-processing duplicates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407408"/>
            <a:ext cx="118872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07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4407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concurrency (20 parallel requests)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1600200"/>
            <a:ext cx="3611880" cy="324612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Performance Targets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72084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per minute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2651760"/>
            <a:ext cx="3291840" cy="0"/>
          </a:xfrm>
          <a:prstGeom prst="line">
            <a:avLst/>
          </a:prstGeom>
          <a:noFill/>
          <a:ln w="12700">
            <a:solidFill>
              <a:srgbClr val="2E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7706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~1.5s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20840" y="2816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3364992"/>
            <a:ext cx="3291840" cy="0"/>
          </a:xfrm>
          <a:prstGeom prst="line">
            <a:avLst/>
          </a:prstGeom>
          <a:noFill/>
          <a:ln w="12700">
            <a:solidFill>
              <a:srgbClr val="2E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4838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720840" y="35295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4078224"/>
            <a:ext cx="3291840" cy="0"/>
          </a:xfrm>
          <a:prstGeom prst="line">
            <a:avLst/>
          </a:prstGeom>
          <a:noFill/>
          <a:ln w="12700">
            <a:solidFill>
              <a:srgbClr val="2E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4197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720840" y="42428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 via extraction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 via async semaphore batching · Redis dedup cache · Optimized claim extraction reduces LLM token cost by ~80%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Results Across Languages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347472"/>
          </a:xfrm>
          <a:prstGeom prst="rect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(Original)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6002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Claim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600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1600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8412480" cy="530352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933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1993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भारत की GDP 20% बढ़ी इस साल!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86200" y="1993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GDP increased 20% this year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9933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9933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530352"/>
          </a:xfrm>
          <a:prstGeom prst="rect">
            <a:avLst/>
          </a:prstGeom>
          <a:solidFill>
            <a:srgbClr val="13131F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Chandrayaan-3 has landed on Mars!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Chandrayaan-3 landed on Mars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81528"/>
            <a:ext cx="8412480" cy="530352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27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2588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இந்தியா மக்கள் தொகை 200 கோடி!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6200" y="31272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population has crossed 2 billion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31272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127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48456"/>
            <a:ext cx="8412480" cy="530352"/>
          </a:xfrm>
          <a:prstGeom prst="rect">
            <a:avLst/>
          </a:prstGeom>
          <a:solidFill>
            <a:srgbClr val="13131F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941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5880" y="369417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১০ বিলিয়ন লেনদেন করেছে ২০২৩-এ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86200" y="36941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crossed 10B transactions in a month in 2023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36941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09560" y="36941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15384"/>
            <a:ext cx="8412480" cy="530352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25880" y="42611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morning! Have a great day! 😊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86200" y="42611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DETECTED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42611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0956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posts processed in ~1.2–2.1 seconds including translation and verification  ·  Tested on 5 languages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Truth Across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8E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Digital Bharat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11480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WhatsApp/Telegram API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57860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directly into messaging platforms for real-time screening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411480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9456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🗞️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2194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Agency Partnerships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57860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NDTV, Dainik Bhaskar, Ananda Bazar for pre-publish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411480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52044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Indian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904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 with IndicBERT + regional misinformation datasets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411480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2E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52044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5204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Misinformation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904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heatmap of fake news trends across Indian states and languages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VeriVaani  ·  Intel Unnati GenAI for GenZ  ·  Built with GPT-4o + FastAPI + RAG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Fact-Checker for Vernacular News</dc:title>
  <dc:subject>PptxGenJS Presentation</dc:subject>
  <dc:creator>PptxGenJS</dc:creator>
  <cp:lastModifiedBy>PptxGenJS</cp:lastModifiedBy>
  <cp:revision>1</cp:revision>
  <dcterms:created xsi:type="dcterms:W3CDTF">2026-03-11T05:06:01Z</dcterms:created>
  <dcterms:modified xsi:type="dcterms:W3CDTF">2026-03-11T05:06:01Z</dcterms:modified>
</cp:coreProperties>
</file>